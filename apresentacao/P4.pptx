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eue Machina" charset="1" panose="00000500000000000000"/>
      <p:regular r:id="rId19"/>
    </p:embeddedFont>
    <p:embeddedFont>
      <p:font typeface="Neue Machina Light" charset="1" panose="000004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90424" y="641156"/>
            <a:ext cx="3869272" cy="87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3"/>
              </a:lnSpc>
            </a:pPr>
            <a:r>
              <a:rPr lang="en-US" sz="6365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Avanços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1412" y="321260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9675" y="3144318"/>
            <a:ext cx="15058451" cy="16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65"/>
              </a:lnSpc>
            </a:pPr>
            <a:r>
              <a:rPr lang="en-US" sz="11927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Sprites e Artes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9461" y="2508767"/>
            <a:ext cx="6726797" cy="3783823"/>
          </a:xfrm>
          <a:custGeom>
            <a:avLst/>
            <a:gdLst/>
            <a:ahLst/>
            <a:cxnLst/>
            <a:rect r="r" b="b" t="t" l="l"/>
            <a:pathLst>
              <a:path h="3783823" w="6726797">
                <a:moveTo>
                  <a:pt x="0" y="0"/>
                </a:moveTo>
                <a:lnTo>
                  <a:pt x="6726797" y="0"/>
                </a:lnTo>
                <a:lnTo>
                  <a:pt x="6726797" y="3783823"/>
                </a:lnTo>
                <a:lnTo>
                  <a:pt x="0" y="3783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3891" y="2508767"/>
            <a:ext cx="6726797" cy="3783823"/>
          </a:xfrm>
          <a:custGeom>
            <a:avLst/>
            <a:gdLst/>
            <a:ahLst/>
            <a:cxnLst/>
            <a:rect r="r" b="b" t="t" l="l"/>
            <a:pathLst>
              <a:path h="3783823" w="6726797">
                <a:moveTo>
                  <a:pt x="0" y="0"/>
                </a:moveTo>
                <a:lnTo>
                  <a:pt x="6726797" y="0"/>
                </a:lnTo>
                <a:lnTo>
                  <a:pt x="6726797" y="3783823"/>
                </a:lnTo>
                <a:lnTo>
                  <a:pt x="0" y="37838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5182" y="6866576"/>
            <a:ext cx="5717635" cy="2964700"/>
          </a:xfrm>
          <a:custGeom>
            <a:avLst/>
            <a:gdLst/>
            <a:ahLst/>
            <a:cxnLst/>
            <a:rect r="r" b="b" t="t" l="l"/>
            <a:pathLst>
              <a:path h="2964700" w="5717635">
                <a:moveTo>
                  <a:pt x="0" y="0"/>
                </a:moveTo>
                <a:lnTo>
                  <a:pt x="5717636" y="0"/>
                </a:lnTo>
                <a:lnTo>
                  <a:pt x="5717636" y="2964700"/>
                </a:lnTo>
                <a:lnTo>
                  <a:pt x="0" y="296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Cenário Acampamento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6047" y="1052962"/>
            <a:ext cx="8115300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Tela de Pause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040424" y="5629423"/>
            <a:ext cx="8585992" cy="2146498"/>
          </a:xfrm>
          <a:custGeom>
            <a:avLst/>
            <a:gdLst/>
            <a:ahLst/>
            <a:cxnLst/>
            <a:rect r="r" b="b" t="t" l="l"/>
            <a:pathLst>
              <a:path h="2146498" w="8585992">
                <a:moveTo>
                  <a:pt x="0" y="0"/>
                </a:moveTo>
                <a:lnTo>
                  <a:pt x="8585992" y="0"/>
                </a:lnTo>
                <a:lnTo>
                  <a:pt x="8585992" y="2146498"/>
                </a:lnTo>
                <a:lnTo>
                  <a:pt x="0" y="2146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40424" y="7951020"/>
            <a:ext cx="8115300" cy="2059106"/>
          </a:xfrm>
          <a:custGeom>
            <a:avLst/>
            <a:gdLst/>
            <a:ahLst/>
            <a:cxnLst/>
            <a:rect r="r" b="b" t="t" l="l"/>
            <a:pathLst>
              <a:path h="2059106" w="8115300">
                <a:moveTo>
                  <a:pt x="0" y="0"/>
                </a:moveTo>
                <a:lnTo>
                  <a:pt x="8115300" y="0"/>
                </a:lnTo>
                <a:lnTo>
                  <a:pt x="8115300" y="2059106"/>
                </a:lnTo>
                <a:lnTo>
                  <a:pt x="0" y="2059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47444" y="4413620"/>
            <a:ext cx="11301259" cy="423797"/>
          </a:xfrm>
          <a:custGeom>
            <a:avLst/>
            <a:gdLst/>
            <a:ahLst/>
            <a:cxnLst/>
            <a:rect r="r" b="b" t="t" l="l"/>
            <a:pathLst>
              <a:path h="423797" w="11301259">
                <a:moveTo>
                  <a:pt x="0" y="0"/>
                </a:moveTo>
                <a:lnTo>
                  <a:pt x="11301259" y="0"/>
                </a:lnTo>
                <a:lnTo>
                  <a:pt x="11301259" y="423797"/>
                </a:lnTo>
                <a:lnTo>
                  <a:pt x="0" y="42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19133" y="2640300"/>
            <a:ext cx="12389128" cy="650429"/>
          </a:xfrm>
          <a:custGeom>
            <a:avLst/>
            <a:gdLst/>
            <a:ahLst/>
            <a:cxnLst/>
            <a:rect r="r" b="b" t="t" l="l"/>
            <a:pathLst>
              <a:path h="650429" w="12389128">
                <a:moveTo>
                  <a:pt x="0" y="0"/>
                </a:moveTo>
                <a:lnTo>
                  <a:pt x="12389128" y="0"/>
                </a:lnTo>
                <a:lnTo>
                  <a:pt x="12389128" y="650429"/>
                </a:lnTo>
                <a:lnTo>
                  <a:pt x="0" y="650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2364" y="3665388"/>
            <a:ext cx="8749973" cy="1268746"/>
          </a:xfrm>
          <a:custGeom>
            <a:avLst/>
            <a:gdLst/>
            <a:ahLst/>
            <a:cxnLst/>
            <a:rect r="r" b="b" t="t" l="l"/>
            <a:pathLst>
              <a:path h="1268746" w="8749973">
                <a:moveTo>
                  <a:pt x="0" y="0"/>
                </a:moveTo>
                <a:lnTo>
                  <a:pt x="8749973" y="0"/>
                </a:lnTo>
                <a:lnTo>
                  <a:pt x="8749973" y="1268746"/>
                </a:lnTo>
                <a:lnTo>
                  <a:pt x="0" y="126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425910"/>
            <a:ext cx="8177300" cy="2483855"/>
          </a:xfrm>
          <a:custGeom>
            <a:avLst/>
            <a:gdLst/>
            <a:ahLst/>
            <a:cxnLst/>
            <a:rect r="r" b="b" t="t" l="l"/>
            <a:pathLst>
              <a:path h="2483855" w="8177300">
                <a:moveTo>
                  <a:pt x="0" y="0"/>
                </a:moveTo>
                <a:lnTo>
                  <a:pt x="8177300" y="0"/>
                </a:lnTo>
                <a:lnTo>
                  <a:pt x="8177300" y="2483855"/>
                </a:lnTo>
                <a:lnTo>
                  <a:pt x="0" y="248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37731" y="3172395"/>
            <a:ext cx="5397009" cy="4685105"/>
          </a:xfrm>
          <a:custGeom>
            <a:avLst/>
            <a:gdLst/>
            <a:ahLst/>
            <a:cxnLst/>
            <a:rect r="r" b="b" t="t" l="l"/>
            <a:pathLst>
              <a:path h="4685105" w="5397009">
                <a:moveTo>
                  <a:pt x="0" y="0"/>
                </a:moveTo>
                <a:lnTo>
                  <a:pt x="5397009" y="0"/>
                </a:lnTo>
                <a:lnTo>
                  <a:pt x="5397009" y="4685106"/>
                </a:lnTo>
                <a:lnTo>
                  <a:pt x="0" y="4685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30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Sprite Sheets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7302" y="1922572"/>
            <a:ext cx="9088592" cy="7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5"/>
              </a:lnSpc>
            </a:pPr>
            <a:r>
              <a:rPr lang="en-US" sz="5750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Animação de Ataque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9764" y="8045642"/>
            <a:ext cx="10728471" cy="1555628"/>
          </a:xfrm>
          <a:custGeom>
            <a:avLst/>
            <a:gdLst/>
            <a:ahLst/>
            <a:cxnLst/>
            <a:rect r="r" b="b" t="t" l="l"/>
            <a:pathLst>
              <a:path h="1555628" w="10728471">
                <a:moveTo>
                  <a:pt x="0" y="0"/>
                </a:moveTo>
                <a:lnTo>
                  <a:pt x="10728472" y="0"/>
                </a:lnTo>
                <a:lnTo>
                  <a:pt x="10728472" y="1555628"/>
                </a:lnTo>
                <a:lnTo>
                  <a:pt x="0" y="1555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5725" y="2072409"/>
            <a:ext cx="7774869" cy="3519991"/>
          </a:xfrm>
          <a:custGeom>
            <a:avLst/>
            <a:gdLst/>
            <a:ahLst/>
            <a:cxnLst/>
            <a:rect r="r" b="b" t="t" l="l"/>
            <a:pathLst>
              <a:path h="3519991" w="7774869">
                <a:moveTo>
                  <a:pt x="0" y="0"/>
                </a:moveTo>
                <a:lnTo>
                  <a:pt x="7774869" y="0"/>
                </a:lnTo>
                <a:lnTo>
                  <a:pt x="7774869" y="3519990"/>
                </a:lnTo>
                <a:lnTo>
                  <a:pt x="0" y="351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905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1169" y="3811991"/>
            <a:ext cx="7620286" cy="1780408"/>
          </a:xfrm>
          <a:custGeom>
            <a:avLst/>
            <a:gdLst/>
            <a:ahLst/>
            <a:cxnLst/>
            <a:rect r="r" b="b" t="t" l="l"/>
            <a:pathLst>
              <a:path h="1780408" w="7620286">
                <a:moveTo>
                  <a:pt x="0" y="0"/>
                </a:moveTo>
                <a:lnTo>
                  <a:pt x="7620286" y="0"/>
                </a:lnTo>
                <a:lnTo>
                  <a:pt x="7620286" y="1780408"/>
                </a:lnTo>
                <a:lnTo>
                  <a:pt x="0" y="1780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755" t="-771499" r="0" b="-182678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Animação de Ataque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10457530">
            <a:off x="8295863" y="4993033"/>
            <a:ext cx="2098743" cy="1198732"/>
          </a:xfrm>
          <a:custGeom>
            <a:avLst/>
            <a:gdLst/>
            <a:ahLst/>
            <a:cxnLst/>
            <a:rect r="r" b="b" t="t" l="l"/>
            <a:pathLst>
              <a:path h="1198732" w="2098743">
                <a:moveTo>
                  <a:pt x="2098743" y="0"/>
                </a:moveTo>
                <a:lnTo>
                  <a:pt x="0" y="0"/>
                </a:lnTo>
                <a:lnTo>
                  <a:pt x="0" y="1198732"/>
                </a:lnTo>
                <a:lnTo>
                  <a:pt x="2098743" y="1198732"/>
                </a:lnTo>
                <a:lnTo>
                  <a:pt x="2098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1169" y="1938046"/>
            <a:ext cx="7620286" cy="1763222"/>
          </a:xfrm>
          <a:custGeom>
            <a:avLst/>
            <a:gdLst/>
            <a:ahLst/>
            <a:cxnLst/>
            <a:rect r="r" b="b" t="t" l="l"/>
            <a:pathLst>
              <a:path h="1763222" w="7620286">
                <a:moveTo>
                  <a:pt x="0" y="0"/>
                </a:moveTo>
                <a:lnTo>
                  <a:pt x="7620286" y="0"/>
                </a:lnTo>
                <a:lnTo>
                  <a:pt x="7620286" y="1763221"/>
                </a:lnTo>
                <a:lnTo>
                  <a:pt x="0" y="1763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4" t="-96073" r="0" b="-799025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9" id="9"/>
          <p:cNvSpPr/>
          <p:nvPr/>
        </p:nvSpPr>
        <p:spPr>
          <a:xfrm flipH="true" flipV="true" rot="-2592138">
            <a:off x="14321548" y="6556920"/>
            <a:ext cx="3641371" cy="2079830"/>
          </a:xfrm>
          <a:custGeom>
            <a:avLst/>
            <a:gdLst/>
            <a:ahLst/>
            <a:cxnLst/>
            <a:rect r="r" b="b" t="t" l="l"/>
            <a:pathLst>
              <a:path h="2079830" w="3641371">
                <a:moveTo>
                  <a:pt x="3641371" y="2079830"/>
                </a:moveTo>
                <a:lnTo>
                  <a:pt x="0" y="2079830"/>
                </a:lnTo>
                <a:lnTo>
                  <a:pt x="0" y="0"/>
                </a:lnTo>
                <a:lnTo>
                  <a:pt x="3641371" y="0"/>
                </a:lnTo>
                <a:lnTo>
                  <a:pt x="3641371" y="20798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64733" y="1827322"/>
            <a:ext cx="13958533" cy="7851675"/>
          </a:xfrm>
          <a:custGeom>
            <a:avLst/>
            <a:gdLst/>
            <a:ahLst/>
            <a:cxnLst/>
            <a:rect r="r" b="b" t="t" l="l"/>
            <a:pathLst>
              <a:path h="7851675" w="13958533">
                <a:moveTo>
                  <a:pt x="0" y="0"/>
                </a:moveTo>
                <a:lnTo>
                  <a:pt x="13958534" y="0"/>
                </a:lnTo>
                <a:lnTo>
                  <a:pt x="13958534" y="7851675"/>
                </a:lnTo>
                <a:lnTo>
                  <a:pt x="0" y="785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Concept Tela de Morte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20673" y="4526685"/>
            <a:ext cx="10863183" cy="5246377"/>
          </a:xfrm>
          <a:custGeom>
            <a:avLst/>
            <a:gdLst/>
            <a:ahLst/>
            <a:cxnLst/>
            <a:rect r="r" b="b" t="t" l="l"/>
            <a:pathLst>
              <a:path h="5246377" w="10863183">
                <a:moveTo>
                  <a:pt x="0" y="0"/>
                </a:moveTo>
                <a:lnTo>
                  <a:pt x="10863183" y="0"/>
                </a:lnTo>
                <a:lnTo>
                  <a:pt x="10863183" y="5246377"/>
                </a:lnTo>
                <a:lnTo>
                  <a:pt x="0" y="5246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4" r="0" b="-1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84971" y="3765803"/>
            <a:ext cx="10898885" cy="599804"/>
          </a:xfrm>
          <a:custGeom>
            <a:avLst/>
            <a:gdLst/>
            <a:ahLst/>
            <a:cxnLst/>
            <a:rect r="r" b="b" t="t" l="l"/>
            <a:pathLst>
              <a:path h="599804" w="10898885">
                <a:moveTo>
                  <a:pt x="0" y="0"/>
                </a:moveTo>
                <a:lnTo>
                  <a:pt x="10898885" y="0"/>
                </a:lnTo>
                <a:lnTo>
                  <a:pt x="10898885" y="599804"/>
                </a:lnTo>
                <a:lnTo>
                  <a:pt x="0" y="599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Mecânicas de Combate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48086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INTERÇÃO DA HITBOX COM O NPC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45388" y="3848040"/>
            <a:ext cx="13145573" cy="5800484"/>
          </a:xfrm>
          <a:custGeom>
            <a:avLst/>
            <a:gdLst/>
            <a:ahLst/>
            <a:cxnLst/>
            <a:rect r="r" b="b" t="t" l="l"/>
            <a:pathLst>
              <a:path h="5800484" w="13145573">
                <a:moveTo>
                  <a:pt x="0" y="0"/>
                </a:moveTo>
                <a:lnTo>
                  <a:pt x="13145574" y="0"/>
                </a:lnTo>
                <a:lnTo>
                  <a:pt x="13145574" y="5800484"/>
                </a:lnTo>
                <a:lnTo>
                  <a:pt x="0" y="5800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89205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INTERAÇÃO DO NPC COM O PLAYER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Mecânicas de Combate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1128" y="2137118"/>
            <a:ext cx="13912855" cy="8149882"/>
          </a:xfrm>
          <a:custGeom>
            <a:avLst/>
            <a:gdLst/>
            <a:ahLst/>
            <a:cxnLst/>
            <a:rect r="r" b="b" t="t" l="l"/>
            <a:pathLst>
              <a:path h="8149882" w="13912855">
                <a:moveTo>
                  <a:pt x="0" y="0"/>
                </a:moveTo>
                <a:lnTo>
                  <a:pt x="13912855" y="0"/>
                </a:lnTo>
                <a:lnTo>
                  <a:pt x="13912855" y="8149882"/>
                </a:lnTo>
                <a:lnTo>
                  <a:pt x="0" y="814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219" t="-63585" r="-30051" b="-209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9919" y="1017711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Preparando Boss Figth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674" y="1748208"/>
            <a:ext cx="10349487" cy="8538792"/>
          </a:xfrm>
          <a:custGeom>
            <a:avLst/>
            <a:gdLst/>
            <a:ahLst/>
            <a:cxnLst/>
            <a:rect r="r" b="b" t="t" l="l"/>
            <a:pathLst>
              <a:path h="8538792" w="10349487">
                <a:moveTo>
                  <a:pt x="0" y="0"/>
                </a:moveTo>
                <a:lnTo>
                  <a:pt x="10349487" y="0"/>
                </a:lnTo>
                <a:lnTo>
                  <a:pt x="10349487" y="8538792"/>
                </a:lnTo>
                <a:lnTo>
                  <a:pt x="0" y="853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023" t="-53273" r="-99209" b="-410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97596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Preparando Boss Figth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7053" y="956284"/>
            <a:ext cx="15875595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Próximas atualizações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7266" y="4255517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Criar a mecânica pós-morte.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7266" y="5947773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Fazer mundo no passado.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679983" y="3826507"/>
            <a:ext cx="1091407" cy="942136"/>
          </a:xfrm>
          <a:custGeom>
            <a:avLst/>
            <a:gdLst/>
            <a:ahLst/>
            <a:cxnLst/>
            <a:rect r="r" b="b" t="t" l="l"/>
            <a:pathLst>
              <a:path h="942136" w="1091407">
                <a:moveTo>
                  <a:pt x="0" y="0"/>
                </a:moveTo>
                <a:lnTo>
                  <a:pt x="1091407" y="0"/>
                </a:lnTo>
                <a:lnTo>
                  <a:pt x="1091407" y="942136"/>
                </a:lnTo>
                <a:lnTo>
                  <a:pt x="0" y="942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9" t="0" r="-138946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679983" y="5517989"/>
            <a:ext cx="1091407" cy="942136"/>
          </a:xfrm>
          <a:custGeom>
            <a:avLst/>
            <a:gdLst/>
            <a:ahLst/>
            <a:cxnLst/>
            <a:rect r="r" b="b" t="t" l="l"/>
            <a:pathLst>
              <a:path h="942136" w="1091407">
                <a:moveTo>
                  <a:pt x="0" y="0"/>
                </a:moveTo>
                <a:lnTo>
                  <a:pt x="1091407" y="0"/>
                </a:lnTo>
                <a:lnTo>
                  <a:pt x="1091407" y="942137"/>
                </a:lnTo>
                <a:lnTo>
                  <a:pt x="0" y="942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9" t="0" r="-1389461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9267" y="3806115"/>
            <a:ext cx="13859043" cy="147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Obrigado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13012" y="6488492"/>
            <a:ext cx="3450316" cy="3001775"/>
          </a:xfrm>
          <a:custGeom>
            <a:avLst/>
            <a:gdLst/>
            <a:ahLst/>
            <a:cxnLst/>
            <a:rect r="r" b="b" t="t" l="l"/>
            <a:pathLst>
              <a:path h="3001775" w="3450316">
                <a:moveTo>
                  <a:pt x="0" y="0"/>
                </a:moveTo>
                <a:lnTo>
                  <a:pt x="3450316" y="0"/>
                </a:lnTo>
                <a:lnTo>
                  <a:pt x="3450316" y="3001775"/>
                </a:lnTo>
                <a:lnTo>
                  <a:pt x="0" y="300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DAG5p2_EtE0</dc:identifier>
  <dcterms:modified xsi:type="dcterms:W3CDTF">2011-08-01T06:04:30Z</dcterms:modified>
  <cp:revision>1</cp:revision>
  <dc:title>P4</dc:title>
</cp:coreProperties>
</file>