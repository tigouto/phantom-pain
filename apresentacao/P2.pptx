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Neue Machina" charset="1" panose="00000500000000000000"/>
      <p:regular r:id="rId24"/>
    </p:embeddedFont>
    <p:embeddedFont>
      <p:font typeface="Neue Machina Light" charset="1" panose="000004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VAG28tBF_s4.mp4" Type="http://schemas.openxmlformats.org/officeDocument/2006/relationships/video"/><Relationship Id="rId5" Target="../media/VAG28tBF_s4.mp4" Type="http://schemas.microsoft.com/office/2007/relationships/media"/><Relationship Id="rId6" Target="../media/image22.jpeg" Type="http://schemas.openxmlformats.org/officeDocument/2006/relationships/image"/><Relationship Id="rId7" Target="../media/VAG28srkKoA.mp4" Type="http://schemas.openxmlformats.org/officeDocument/2006/relationships/video"/><Relationship Id="rId8" Target="../media/VAG28srkKoA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3.jpeg" Type="http://schemas.openxmlformats.org/officeDocument/2006/relationships/image"/><Relationship Id="rId4" Target="../media/VAG28tfHBzc.mp4" Type="http://schemas.openxmlformats.org/officeDocument/2006/relationships/video"/><Relationship Id="rId5" Target="../media/VAG28tfHBzc.mp4" Type="http://schemas.microsoft.com/office/2007/relationships/media"/><Relationship Id="rId6" Target="../media/image24.jpeg" Type="http://schemas.openxmlformats.org/officeDocument/2006/relationships/image"/><Relationship Id="rId7" Target="../media/VAG28hFSywQ.mp4" Type="http://schemas.openxmlformats.org/officeDocument/2006/relationships/video"/><Relationship Id="rId8" Target="../media/VAG28hFSywQ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25.jpeg" Type="http://schemas.openxmlformats.org/officeDocument/2006/relationships/image"/><Relationship Id="rId3" Target="../media/image11.pn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Relationship Id="rId8" Target="../media/image12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9.jpeg" Type="http://schemas.openxmlformats.org/officeDocument/2006/relationships/image"/><Relationship Id="rId4" Target="../media/VAG28uSQRWg.mp4" Type="http://schemas.openxmlformats.org/officeDocument/2006/relationships/video"/><Relationship Id="rId5" Target="../media/VAG28uSQRWg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3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jpeg" Type="http://schemas.openxmlformats.org/officeDocument/2006/relationships/image"/><Relationship Id="rId4" Target="../media/image34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5.png" Type="http://schemas.openxmlformats.org/officeDocument/2006/relationships/image"/><Relationship Id="rId4" Target="../media/image3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90424" y="641156"/>
            <a:ext cx="3869272" cy="87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3"/>
              </a:lnSpc>
            </a:pPr>
            <a:r>
              <a:rPr lang="en-US" sz="6365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Avanços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41412" y="3212602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9675" y="3144318"/>
            <a:ext cx="15058451" cy="161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65"/>
              </a:lnSpc>
            </a:pPr>
            <a:r>
              <a:rPr lang="en-US" sz="11927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Sprites e Artes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7991" y="3385580"/>
            <a:ext cx="10731446" cy="6492525"/>
          </a:xfrm>
          <a:custGeom>
            <a:avLst/>
            <a:gdLst/>
            <a:ahLst/>
            <a:cxnLst/>
            <a:rect r="r" b="b" t="t" l="l"/>
            <a:pathLst>
              <a:path h="6492525" w="10731446">
                <a:moveTo>
                  <a:pt x="0" y="0"/>
                </a:moveTo>
                <a:lnTo>
                  <a:pt x="10731446" y="0"/>
                </a:lnTo>
                <a:lnTo>
                  <a:pt x="10731446" y="6492524"/>
                </a:lnTo>
                <a:lnTo>
                  <a:pt x="0" y="6492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1479" y="2699583"/>
            <a:ext cx="5373252" cy="7360619"/>
          </a:xfrm>
          <a:custGeom>
            <a:avLst/>
            <a:gdLst/>
            <a:ahLst/>
            <a:cxnLst/>
            <a:rect r="r" b="b" t="t" l="l"/>
            <a:pathLst>
              <a:path h="7360619" w="5373252">
                <a:moveTo>
                  <a:pt x="0" y="0"/>
                </a:moveTo>
                <a:lnTo>
                  <a:pt x="5373253" y="0"/>
                </a:lnTo>
                <a:lnTo>
                  <a:pt x="5373253" y="7360619"/>
                </a:lnTo>
                <a:lnTo>
                  <a:pt x="0" y="736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Sprite Sheets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814345" y="1922572"/>
            <a:ext cx="9088592" cy="77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5"/>
              </a:lnSpc>
            </a:pPr>
            <a:r>
              <a:rPr lang="en-US" sz="5750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Protagonista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3558" y="2358702"/>
            <a:ext cx="9088592" cy="77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5"/>
              </a:lnSpc>
            </a:pPr>
            <a:r>
              <a:rPr lang="en-US" sz="5750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Primeiro Inimigo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6430" y="1028700"/>
            <a:ext cx="7440325" cy="3720163"/>
          </a:xfrm>
          <a:custGeom>
            <a:avLst/>
            <a:gdLst/>
            <a:ahLst/>
            <a:cxnLst/>
            <a:rect r="r" b="b" t="t" l="l"/>
            <a:pathLst>
              <a:path h="3720163" w="7440325">
                <a:moveTo>
                  <a:pt x="0" y="0"/>
                </a:moveTo>
                <a:lnTo>
                  <a:pt x="7440325" y="0"/>
                </a:lnTo>
                <a:lnTo>
                  <a:pt x="7440325" y="3720163"/>
                </a:lnTo>
                <a:lnTo>
                  <a:pt x="0" y="37201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6430" y="3344703"/>
            <a:ext cx="7440325" cy="3720163"/>
          </a:xfrm>
          <a:custGeom>
            <a:avLst/>
            <a:gdLst/>
            <a:ahLst/>
            <a:cxnLst/>
            <a:rect r="r" b="b" t="t" l="l"/>
            <a:pathLst>
              <a:path h="3720163" w="7440325">
                <a:moveTo>
                  <a:pt x="0" y="0"/>
                </a:moveTo>
                <a:lnTo>
                  <a:pt x="7440325" y="0"/>
                </a:lnTo>
                <a:lnTo>
                  <a:pt x="7440325" y="3720163"/>
                </a:lnTo>
                <a:lnTo>
                  <a:pt x="0" y="3720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5901658"/>
            <a:ext cx="17808496" cy="4385342"/>
          </a:xfrm>
          <a:custGeom>
            <a:avLst/>
            <a:gdLst/>
            <a:ahLst/>
            <a:cxnLst/>
            <a:rect r="r" b="b" t="t" l="l"/>
            <a:pathLst>
              <a:path h="4385342" w="17808496">
                <a:moveTo>
                  <a:pt x="0" y="0"/>
                </a:moveTo>
                <a:lnTo>
                  <a:pt x="17808496" y="0"/>
                </a:lnTo>
                <a:lnTo>
                  <a:pt x="17808496" y="4385342"/>
                </a:lnTo>
                <a:lnTo>
                  <a:pt x="0" y="43853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6654530"/>
            <a:ext cx="8257199" cy="2146872"/>
          </a:xfrm>
          <a:custGeom>
            <a:avLst/>
            <a:gdLst/>
            <a:ahLst/>
            <a:cxnLst/>
            <a:rect r="r" b="b" t="t" l="l"/>
            <a:pathLst>
              <a:path h="2146872" w="8257199">
                <a:moveTo>
                  <a:pt x="0" y="0"/>
                </a:moveTo>
                <a:lnTo>
                  <a:pt x="8257199" y="0"/>
                </a:lnTo>
                <a:lnTo>
                  <a:pt x="8257199" y="2146872"/>
                </a:lnTo>
                <a:lnTo>
                  <a:pt x="0" y="21468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8412" y="1793479"/>
            <a:ext cx="15931672" cy="1095302"/>
          </a:xfrm>
          <a:custGeom>
            <a:avLst/>
            <a:gdLst/>
            <a:ahLst/>
            <a:cxnLst/>
            <a:rect r="r" b="b" t="t" l="l"/>
            <a:pathLst>
              <a:path h="1095302" w="15931672">
                <a:moveTo>
                  <a:pt x="0" y="0"/>
                </a:moveTo>
                <a:lnTo>
                  <a:pt x="15931672" y="0"/>
                </a:lnTo>
                <a:lnTo>
                  <a:pt x="15931672" y="1095302"/>
                </a:lnTo>
                <a:lnTo>
                  <a:pt x="0" y="10953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97750" y="3896947"/>
            <a:ext cx="8018844" cy="4009422"/>
          </a:xfrm>
          <a:custGeom>
            <a:avLst/>
            <a:gdLst/>
            <a:ahLst/>
            <a:cxnLst/>
            <a:rect r="r" b="b" t="t" l="l"/>
            <a:pathLst>
              <a:path h="4009422" w="8018844">
                <a:moveTo>
                  <a:pt x="0" y="0"/>
                </a:moveTo>
                <a:lnTo>
                  <a:pt x="8018844" y="0"/>
                </a:lnTo>
                <a:lnTo>
                  <a:pt x="8018844" y="4009422"/>
                </a:lnTo>
                <a:lnTo>
                  <a:pt x="0" y="4009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42566" y="3192628"/>
            <a:ext cx="1465930" cy="5608774"/>
          </a:xfrm>
          <a:custGeom>
            <a:avLst/>
            <a:gdLst/>
            <a:ahLst/>
            <a:cxnLst/>
            <a:rect r="r" b="b" t="t" l="l"/>
            <a:pathLst>
              <a:path h="5608774" w="1465930">
                <a:moveTo>
                  <a:pt x="0" y="0"/>
                </a:moveTo>
                <a:lnTo>
                  <a:pt x="1465930" y="0"/>
                </a:lnTo>
                <a:lnTo>
                  <a:pt x="1465930" y="5608774"/>
                </a:lnTo>
                <a:lnTo>
                  <a:pt x="0" y="56087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Cenário 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14" y="1480638"/>
            <a:ext cx="7053159" cy="3967402"/>
          </a:xfrm>
          <a:custGeom>
            <a:avLst/>
            <a:gdLst/>
            <a:ahLst/>
            <a:cxnLst/>
            <a:rect r="r" b="b" t="t" l="l"/>
            <a:pathLst>
              <a:path h="3967402" w="7053159">
                <a:moveTo>
                  <a:pt x="0" y="0"/>
                </a:moveTo>
                <a:lnTo>
                  <a:pt x="7053159" y="0"/>
                </a:lnTo>
                <a:lnTo>
                  <a:pt x="7053159" y="3967402"/>
                </a:lnTo>
                <a:lnTo>
                  <a:pt x="0" y="3967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29405" y="3159734"/>
            <a:ext cx="8609826" cy="4843027"/>
          </a:xfrm>
          <a:custGeom>
            <a:avLst/>
            <a:gdLst/>
            <a:ahLst/>
            <a:cxnLst/>
            <a:rect r="r" b="b" t="t" l="l"/>
            <a:pathLst>
              <a:path h="4843027" w="8609826">
                <a:moveTo>
                  <a:pt x="0" y="0"/>
                </a:moveTo>
                <a:lnTo>
                  <a:pt x="8609826" y="0"/>
                </a:lnTo>
                <a:lnTo>
                  <a:pt x="8609826" y="4843027"/>
                </a:lnTo>
                <a:lnTo>
                  <a:pt x="0" y="4843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36277" y="6118520"/>
            <a:ext cx="7410631" cy="4168480"/>
          </a:xfrm>
          <a:custGeom>
            <a:avLst/>
            <a:gdLst/>
            <a:ahLst/>
            <a:cxnLst/>
            <a:rect r="r" b="b" t="t" l="l"/>
            <a:pathLst>
              <a:path h="4168480" w="7410631">
                <a:moveTo>
                  <a:pt x="0" y="0"/>
                </a:moveTo>
                <a:lnTo>
                  <a:pt x="7410631" y="0"/>
                </a:lnTo>
                <a:lnTo>
                  <a:pt x="7410631" y="4168480"/>
                </a:lnTo>
                <a:lnTo>
                  <a:pt x="0" y="4168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14" y="5581248"/>
            <a:ext cx="7955153" cy="4474773"/>
          </a:xfrm>
          <a:custGeom>
            <a:avLst/>
            <a:gdLst/>
            <a:ahLst/>
            <a:cxnLst/>
            <a:rect r="r" b="b" t="t" l="l"/>
            <a:pathLst>
              <a:path h="4474773" w="7955153">
                <a:moveTo>
                  <a:pt x="0" y="0"/>
                </a:moveTo>
                <a:lnTo>
                  <a:pt x="7955153" y="0"/>
                </a:lnTo>
                <a:lnTo>
                  <a:pt x="7955153" y="4474773"/>
                </a:lnTo>
                <a:lnTo>
                  <a:pt x="0" y="4474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08858" y="4946514"/>
            <a:ext cx="673250" cy="4808928"/>
          </a:xfrm>
          <a:custGeom>
            <a:avLst/>
            <a:gdLst/>
            <a:ahLst/>
            <a:cxnLst/>
            <a:rect r="r" b="b" t="t" l="l"/>
            <a:pathLst>
              <a:path h="4808928" w="673250">
                <a:moveTo>
                  <a:pt x="0" y="0"/>
                </a:moveTo>
                <a:lnTo>
                  <a:pt x="673250" y="0"/>
                </a:lnTo>
                <a:lnTo>
                  <a:pt x="673250" y="4808927"/>
                </a:lnTo>
                <a:lnTo>
                  <a:pt x="0" y="48089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79613" y="1480638"/>
            <a:ext cx="6700937" cy="2198745"/>
          </a:xfrm>
          <a:custGeom>
            <a:avLst/>
            <a:gdLst/>
            <a:ahLst/>
            <a:cxnLst/>
            <a:rect r="r" b="b" t="t" l="l"/>
            <a:pathLst>
              <a:path h="2198745" w="6700937">
                <a:moveTo>
                  <a:pt x="0" y="0"/>
                </a:moveTo>
                <a:lnTo>
                  <a:pt x="6700937" y="0"/>
                </a:lnTo>
                <a:lnTo>
                  <a:pt x="6700937" y="2198745"/>
                </a:lnTo>
                <a:lnTo>
                  <a:pt x="0" y="21987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14225" y="3986868"/>
            <a:ext cx="11301259" cy="649822"/>
          </a:xfrm>
          <a:custGeom>
            <a:avLst/>
            <a:gdLst/>
            <a:ahLst/>
            <a:cxnLst/>
            <a:rect r="r" b="b" t="t" l="l"/>
            <a:pathLst>
              <a:path h="649822" w="11301259">
                <a:moveTo>
                  <a:pt x="0" y="0"/>
                </a:moveTo>
                <a:lnTo>
                  <a:pt x="11301259" y="0"/>
                </a:lnTo>
                <a:lnTo>
                  <a:pt x="11301259" y="649823"/>
                </a:lnTo>
                <a:lnTo>
                  <a:pt x="0" y="6498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Cenário II e HUD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028700" y="4128707"/>
            <a:ext cx="7751939" cy="4881759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507361" y="4128707"/>
            <a:ext cx="7751939" cy="4881759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Principais Implementações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86222"/>
            <a:ext cx="8445296" cy="5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MOVIMENTAÇÃO DO PERSONAGEM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22452" y="3186222"/>
            <a:ext cx="7565548" cy="54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23"/>
              </a:lnSpc>
            </a:pPr>
            <a:r>
              <a:rPr lang="en-US" sz="3519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CRIAÇÃO DO MENU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918309" y="4437483"/>
            <a:ext cx="8010930" cy="5044858"/>
          </a:xfrm>
          <a:prstGeom prst="rect">
            <a:avLst/>
          </a:prstGeom>
        </p:spPr>
      </p:pic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9921524" y="4437483"/>
            <a:ext cx="8010930" cy="504485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Principais Implementações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9398" y="3447106"/>
            <a:ext cx="7132014" cy="50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81"/>
              </a:lnSpc>
            </a:pPr>
            <a:r>
              <a:rPr lang="en-US" sz="3317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RENDERIZAÇÃO DOS CENÁRIOS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32429" y="3437581"/>
            <a:ext cx="6989120" cy="50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01"/>
              </a:lnSpc>
            </a:pPr>
            <a:r>
              <a:rPr lang="en-US" sz="325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INIMIGOS + COMBATE (DANO)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3212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071990" y="2270846"/>
            <a:ext cx="6595902" cy="7826148"/>
          </a:xfrm>
          <a:custGeom>
            <a:avLst/>
            <a:gdLst/>
            <a:ahLst/>
            <a:cxnLst/>
            <a:rect r="r" b="b" t="t" l="l"/>
            <a:pathLst>
              <a:path h="7826148" w="6595902">
                <a:moveTo>
                  <a:pt x="0" y="0"/>
                </a:moveTo>
                <a:lnTo>
                  <a:pt x="6595902" y="0"/>
                </a:lnTo>
                <a:lnTo>
                  <a:pt x="6595902" y="7826149"/>
                </a:lnTo>
                <a:lnTo>
                  <a:pt x="0" y="7826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87459" y="1057806"/>
            <a:ext cx="13380433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Principais Estruturas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64122"/>
            <a:ext cx="6390903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Estrutura do Cenário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017341"/>
            <a:ext cx="952369" cy="71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6616" spc="-575" strike="noStrike" u="none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01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3212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60683" y="5797366"/>
            <a:ext cx="11562574" cy="2746111"/>
          </a:xfrm>
          <a:custGeom>
            <a:avLst/>
            <a:gdLst/>
            <a:ahLst/>
            <a:cxnLst/>
            <a:rect r="r" b="b" t="t" l="l"/>
            <a:pathLst>
              <a:path h="2746111" w="11562574">
                <a:moveTo>
                  <a:pt x="0" y="0"/>
                </a:moveTo>
                <a:lnTo>
                  <a:pt x="11562573" y="0"/>
                </a:lnTo>
                <a:lnTo>
                  <a:pt x="11562573" y="2746112"/>
                </a:lnTo>
                <a:lnTo>
                  <a:pt x="0" y="2746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76382" y="5805137"/>
            <a:ext cx="4868160" cy="2738340"/>
          </a:xfrm>
          <a:custGeom>
            <a:avLst/>
            <a:gdLst/>
            <a:ahLst/>
            <a:cxnLst/>
            <a:rect r="r" b="b" t="t" l="l"/>
            <a:pathLst>
              <a:path h="2738340" w="4868160">
                <a:moveTo>
                  <a:pt x="0" y="0"/>
                </a:moveTo>
                <a:lnTo>
                  <a:pt x="4868160" y="0"/>
                </a:lnTo>
                <a:lnTo>
                  <a:pt x="4868160" y="2738341"/>
                </a:lnTo>
                <a:lnTo>
                  <a:pt x="0" y="2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47399" y="959665"/>
            <a:ext cx="12811361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O que é um cenário?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83700"/>
            <a:ext cx="15425808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Uma parte do mapa completo da área atual.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053" y="4182049"/>
            <a:ext cx="17198686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Geralmente se liga a outros cenários pelas extremidades.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1823256" y="7170422"/>
            <a:ext cx="1253126" cy="388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3829976" y="9047590"/>
            <a:ext cx="2110354" cy="3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9"/>
              </a:lnSpc>
              <a:spcBef>
                <a:spcPct val="0"/>
              </a:spcBef>
            </a:pPr>
            <a:r>
              <a:rPr lang="en-US" sz="2820" spc="-245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Cenarios[0]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55285" y="9143553"/>
            <a:ext cx="2110354" cy="3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9"/>
              </a:lnSpc>
              <a:spcBef>
                <a:spcPct val="0"/>
              </a:spcBef>
            </a:pPr>
            <a:r>
              <a:rPr lang="en-US" sz="2820" spc="-245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Cenarios[1]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304800"/>
            <a:ext cx="1086500" cy="76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61"/>
              </a:lnSpc>
              <a:spcBef>
                <a:spcPct val="0"/>
              </a:spcBef>
            </a:pPr>
            <a:r>
              <a:rPr lang="en-US" sz="7070" spc="-615" strike="noStrike" u="none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01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3212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79337" y="902515"/>
            <a:ext cx="15559055" cy="1137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3"/>
              </a:lnSpc>
              <a:spcBef>
                <a:spcPct val="0"/>
              </a:spcBef>
            </a:pPr>
            <a:r>
              <a:rPr lang="en-US" sz="10415" spc="-90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Modelagem de Cenário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53097" y="2425767"/>
            <a:ext cx="6390903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paralax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92549" y="5667289"/>
            <a:ext cx="6390903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atras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6606" y="5667289"/>
            <a:ext cx="6390903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frente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8479" y="2268335"/>
            <a:ext cx="6390903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inimigos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05450" y="5667289"/>
            <a:ext cx="6390903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elementos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305450" y="3013123"/>
            <a:ext cx="3822062" cy="1911031"/>
          </a:xfrm>
          <a:custGeom>
            <a:avLst/>
            <a:gdLst/>
            <a:ahLst/>
            <a:cxnLst/>
            <a:rect r="r" b="b" t="t" l="l"/>
            <a:pathLst>
              <a:path h="1911031" w="3822062">
                <a:moveTo>
                  <a:pt x="0" y="0"/>
                </a:moveTo>
                <a:lnTo>
                  <a:pt x="3822063" y="0"/>
                </a:lnTo>
                <a:lnTo>
                  <a:pt x="3822063" y="1911031"/>
                </a:lnTo>
                <a:lnTo>
                  <a:pt x="0" y="1911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4000" y="2268335"/>
            <a:ext cx="6390903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fundo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88507" y="3194589"/>
            <a:ext cx="3096196" cy="1548098"/>
          </a:xfrm>
          <a:custGeom>
            <a:avLst/>
            <a:gdLst/>
            <a:ahLst/>
            <a:cxnLst/>
            <a:rect r="r" b="b" t="t" l="l"/>
            <a:pathLst>
              <a:path h="1548098" w="3096196">
                <a:moveTo>
                  <a:pt x="0" y="0"/>
                </a:moveTo>
                <a:lnTo>
                  <a:pt x="3096197" y="0"/>
                </a:lnTo>
                <a:lnTo>
                  <a:pt x="3096197" y="1548098"/>
                </a:lnTo>
                <a:lnTo>
                  <a:pt x="0" y="1548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110701" y="3088236"/>
            <a:ext cx="3308902" cy="1654451"/>
          </a:xfrm>
          <a:custGeom>
            <a:avLst/>
            <a:gdLst/>
            <a:ahLst/>
            <a:cxnLst/>
            <a:rect r="r" b="b" t="t" l="l"/>
            <a:pathLst>
              <a:path h="1654451" w="3308902">
                <a:moveTo>
                  <a:pt x="0" y="0"/>
                </a:moveTo>
                <a:lnTo>
                  <a:pt x="3308902" y="0"/>
                </a:lnTo>
                <a:lnTo>
                  <a:pt x="3308902" y="1654451"/>
                </a:lnTo>
                <a:lnTo>
                  <a:pt x="0" y="1654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4180" y="5790437"/>
            <a:ext cx="5920651" cy="1457960"/>
          </a:xfrm>
          <a:custGeom>
            <a:avLst/>
            <a:gdLst/>
            <a:ahLst/>
            <a:cxnLst/>
            <a:rect r="r" b="b" t="t" l="l"/>
            <a:pathLst>
              <a:path h="1457960" w="5920651">
                <a:moveTo>
                  <a:pt x="0" y="0"/>
                </a:moveTo>
                <a:lnTo>
                  <a:pt x="5920651" y="0"/>
                </a:lnTo>
                <a:lnTo>
                  <a:pt x="5920651" y="1457961"/>
                </a:lnTo>
                <a:lnTo>
                  <a:pt x="0" y="1457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47435" y="2761374"/>
            <a:ext cx="3990957" cy="2414529"/>
          </a:xfrm>
          <a:custGeom>
            <a:avLst/>
            <a:gdLst/>
            <a:ahLst/>
            <a:cxnLst/>
            <a:rect r="r" b="b" t="t" l="l"/>
            <a:pathLst>
              <a:path h="2414529" w="3990957">
                <a:moveTo>
                  <a:pt x="0" y="0"/>
                </a:moveTo>
                <a:lnTo>
                  <a:pt x="3990957" y="0"/>
                </a:lnTo>
                <a:lnTo>
                  <a:pt x="3990957" y="2414529"/>
                </a:lnTo>
                <a:lnTo>
                  <a:pt x="0" y="24145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42914" y="6575647"/>
            <a:ext cx="672327" cy="2572383"/>
          </a:xfrm>
          <a:custGeom>
            <a:avLst/>
            <a:gdLst/>
            <a:ahLst/>
            <a:cxnLst/>
            <a:rect r="r" b="b" t="t" l="l"/>
            <a:pathLst>
              <a:path h="2572383" w="672327">
                <a:moveTo>
                  <a:pt x="0" y="0"/>
                </a:moveTo>
                <a:lnTo>
                  <a:pt x="672327" y="0"/>
                </a:lnTo>
                <a:lnTo>
                  <a:pt x="672327" y="2572384"/>
                </a:lnTo>
                <a:lnTo>
                  <a:pt x="0" y="25723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69254" y="8271362"/>
            <a:ext cx="7532940" cy="517890"/>
          </a:xfrm>
          <a:custGeom>
            <a:avLst/>
            <a:gdLst/>
            <a:ahLst/>
            <a:cxnLst/>
            <a:rect r="r" b="b" t="t" l="l"/>
            <a:pathLst>
              <a:path h="517890" w="7532940">
                <a:moveTo>
                  <a:pt x="0" y="0"/>
                </a:moveTo>
                <a:lnTo>
                  <a:pt x="7532940" y="0"/>
                </a:lnTo>
                <a:lnTo>
                  <a:pt x="7532940" y="517889"/>
                </a:lnTo>
                <a:lnTo>
                  <a:pt x="0" y="5178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19603" y="6416570"/>
            <a:ext cx="5521892" cy="1435692"/>
          </a:xfrm>
          <a:custGeom>
            <a:avLst/>
            <a:gdLst/>
            <a:ahLst/>
            <a:cxnLst/>
            <a:rect r="r" b="b" t="t" l="l"/>
            <a:pathLst>
              <a:path h="1435692" w="5521892">
                <a:moveTo>
                  <a:pt x="0" y="0"/>
                </a:moveTo>
                <a:lnTo>
                  <a:pt x="5521892" y="0"/>
                </a:lnTo>
                <a:lnTo>
                  <a:pt x="5521892" y="1435692"/>
                </a:lnTo>
                <a:lnTo>
                  <a:pt x="0" y="14356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0" y="304800"/>
            <a:ext cx="1072246" cy="76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61"/>
              </a:lnSpc>
              <a:spcBef>
                <a:spcPct val="0"/>
              </a:spcBef>
            </a:pPr>
            <a:r>
              <a:rPr lang="en-US" sz="7070" spc="-615" strike="noStrike" u="none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4180" y="8365306"/>
            <a:ext cx="6016480" cy="54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5048" spc="-439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posX, largura, altura;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3212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514350" y="3843017"/>
            <a:ext cx="17488619" cy="417342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64472" y="1476375"/>
            <a:ext cx="15559055" cy="1137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3"/>
              </a:lnSpc>
              <a:spcBef>
                <a:spcPct val="0"/>
              </a:spcBef>
            </a:pPr>
            <a:r>
              <a:rPr lang="en-US" sz="10415" spc="-90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Exemplo de Renderização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304800"/>
            <a:ext cx="1028700" cy="76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61"/>
              </a:lnSpc>
              <a:spcBef>
                <a:spcPct val="0"/>
              </a:spcBef>
            </a:pPr>
            <a:r>
              <a:rPr lang="en-US" sz="7070" spc="-615" strike="noStrike" u="none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01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3212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974491" y="2438270"/>
            <a:ext cx="10979308" cy="7052809"/>
          </a:xfrm>
          <a:custGeom>
            <a:avLst/>
            <a:gdLst/>
            <a:ahLst/>
            <a:cxnLst/>
            <a:rect r="r" b="b" t="t" l="l"/>
            <a:pathLst>
              <a:path h="7052809" w="10979308">
                <a:moveTo>
                  <a:pt x="0" y="0"/>
                </a:moveTo>
                <a:lnTo>
                  <a:pt x="10979308" y="0"/>
                </a:lnTo>
                <a:lnTo>
                  <a:pt x="10979308" y="7052810"/>
                </a:lnTo>
                <a:lnTo>
                  <a:pt x="0" y="7052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11719" y="3989837"/>
            <a:ext cx="3508320" cy="2893960"/>
          </a:xfrm>
          <a:custGeom>
            <a:avLst/>
            <a:gdLst/>
            <a:ahLst/>
            <a:cxnLst/>
            <a:rect r="r" b="b" t="t" l="l"/>
            <a:pathLst>
              <a:path h="2893960" w="3508320">
                <a:moveTo>
                  <a:pt x="0" y="0"/>
                </a:moveTo>
                <a:lnTo>
                  <a:pt x="3508321" y="0"/>
                </a:lnTo>
                <a:lnTo>
                  <a:pt x="3508321" y="2893960"/>
                </a:lnTo>
                <a:lnTo>
                  <a:pt x="0" y="2893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87459" y="1057806"/>
            <a:ext cx="13380433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Principais Estruturas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038" y="4960257"/>
            <a:ext cx="6451454" cy="59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1"/>
              </a:lnSpc>
              <a:spcBef>
                <a:spcPct val="0"/>
              </a:spcBef>
            </a:pPr>
            <a:r>
              <a:rPr lang="en-US" sz="5412" spc="-470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Estrutura do Pedinte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622846" y="3990266"/>
            <a:ext cx="2291767" cy="74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079"/>
              </a:lnSpc>
              <a:spcBef>
                <a:spcPct val="0"/>
              </a:spcBef>
            </a:pPr>
            <a:r>
              <a:rPr lang="en-US" sz="6958" spc="-605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5733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06203" y="1442059"/>
            <a:ext cx="16422779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O que define um inimigo?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77578"/>
            <a:ext cx="16600282" cy="108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Personagem não controlável que possui comportamento próprio.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980072"/>
            <a:ext cx="17198686" cy="108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Formado por sistema de estados que definem a animação e o movimento do inimigo na tela.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04800"/>
            <a:ext cx="1257918" cy="76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61"/>
              </a:lnSpc>
              <a:spcBef>
                <a:spcPct val="0"/>
              </a:spcBef>
            </a:pPr>
            <a:r>
              <a:rPr lang="en-US" sz="7070" spc="-615" strike="noStrike" u="none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02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3212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06203" y="1442059"/>
            <a:ext cx="16422779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Estados do Pedinte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5948" y="3245134"/>
            <a:ext cx="2882923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Parado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5948" y="4724236"/>
            <a:ext cx="17198686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Levantando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04800"/>
            <a:ext cx="1225948" cy="76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161"/>
              </a:lnSpc>
              <a:spcBef>
                <a:spcPct val="0"/>
              </a:spcBef>
            </a:pPr>
            <a:r>
              <a:rPr lang="en-US" sz="7070" spc="-615" strike="noStrike" u="none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948" y="6321241"/>
            <a:ext cx="4655703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Perseguindo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5948" y="7918247"/>
            <a:ext cx="3824432" cy="108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Patrulhando</a:t>
            </a:r>
          </a:p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102194" y="917412"/>
            <a:ext cx="3352152" cy="2786033"/>
          </a:xfrm>
          <a:custGeom>
            <a:avLst/>
            <a:gdLst/>
            <a:ahLst/>
            <a:cxnLst/>
            <a:rect r="r" b="b" t="t" l="l"/>
            <a:pathLst>
              <a:path h="2786033" w="3352152">
                <a:moveTo>
                  <a:pt x="0" y="0"/>
                </a:moveTo>
                <a:lnTo>
                  <a:pt x="3352152" y="0"/>
                </a:lnTo>
                <a:lnTo>
                  <a:pt x="3352152" y="2786034"/>
                </a:lnTo>
                <a:lnTo>
                  <a:pt x="0" y="2786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02" r="-5999" b="-260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386191" y="4017771"/>
            <a:ext cx="8878201" cy="1125729"/>
          </a:xfrm>
          <a:custGeom>
            <a:avLst/>
            <a:gdLst/>
            <a:ahLst/>
            <a:cxnLst/>
            <a:rect r="r" b="b" t="t" l="l"/>
            <a:pathLst>
              <a:path h="1125729" w="8878201">
                <a:moveTo>
                  <a:pt x="0" y="0"/>
                </a:moveTo>
                <a:lnTo>
                  <a:pt x="8878201" y="0"/>
                </a:lnTo>
                <a:lnTo>
                  <a:pt x="8878201" y="1125729"/>
                </a:lnTo>
                <a:lnTo>
                  <a:pt x="0" y="1125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56" t="0" r="-12055" b="-444473"/>
            </a:stretch>
          </a:blipFill>
          <a:ln w="38100" cap="sq">
            <a:solidFill>
              <a:srgbClr val="000000"/>
            </a:solidFill>
            <a:prstDash val="dash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5386191" y="2863322"/>
            <a:ext cx="1118745" cy="869470"/>
          </a:xfrm>
          <a:custGeom>
            <a:avLst/>
            <a:gdLst/>
            <a:ahLst/>
            <a:cxnLst/>
            <a:rect r="r" b="b" t="t" l="l"/>
            <a:pathLst>
              <a:path h="869470" w="1118745">
                <a:moveTo>
                  <a:pt x="0" y="0"/>
                </a:moveTo>
                <a:lnTo>
                  <a:pt x="1118745" y="0"/>
                </a:lnTo>
                <a:lnTo>
                  <a:pt x="1118745" y="869471"/>
                </a:lnTo>
                <a:lnTo>
                  <a:pt x="0" y="86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425" t="-21585" r="-719804" b="-525486"/>
            </a:stretch>
          </a:blipFill>
          <a:ln w="38100" cap="sq">
            <a:solidFill>
              <a:srgbClr val="000000"/>
            </a:solidFill>
            <a:prstDash val="dash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316060" y="5311591"/>
            <a:ext cx="9018463" cy="2125361"/>
          </a:xfrm>
          <a:custGeom>
            <a:avLst/>
            <a:gdLst/>
            <a:ahLst/>
            <a:cxnLst/>
            <a:rect r="r" b="b" t="t" l="l"/>
            <a:pathLst>
              <a:path h="2125361" w="9018463">
                <a:moveTo>
                  <a:pt x="0" y="0"/>
                </a:moveTo>
                <a:lnTo>
                  <a:pt x="9018463" y="0"/>
                </a:lnTo>
                <a:lnTo>
                  <a:pt x="9018463" y="2125361"/>
                </a:lnTo>
                <a:lnTo>
                  <a:pt x="0" y="2125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076" r="0" b="-106640"/>
            </a:stretch>
          </a:blipFill>
          <a:ln w="57150" cap="sq">
            <a:solidFill>
              <a:srgbClr val="000000"/>
            </a:solidFill>
            <a:prstDash val="dash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5386191" y="7689647"/>
            <a:ext cx="8878201" cy="2092306"/>
          </a:xfrm>
          <a:custGeom>
            <a:avLst/>
            <a:gdLst/>
            <a:ahLst/>
            <a:cxnLst/>
            <a:rect r="r" b="b" t="t" l="l"/>
            <a:pathLst>
              <a:path h="2092306" w="8878201">
                <a:moveTo>
                  <a:pt x="0" y="0"/>
                </a:moveTo>
                <a:lnTo>
                  <a:pt x="8878201" y="0"/>
                </a:lnTo>
                <a:lnTo>
                  <a:pt x="8878201" y="2092306"/>
                </a:lnTo>
                <a:lnTo>
                  <a:pt x="0" y="209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0076" r="0" b="-106640"/>
            </a:stretch>
          </a:blipFill>
          <a:ln w="38100" cap="sq">
            <a:solidFill>
              <a:srgbClr val="000000"/>
            </a:solidFill>
            <a:prstDash val="dash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1501" y="1619657"/>
            <a:ext cx="16284113" cy="8359556"/>
          </a:xfrm>
          <a:custGeom>
            <a:avLst/>
            <a:gdLst/>
            <a:ahLst/>
            <a:cxnLst/>
            <a:rect r="r" b="b" t="t" l="l"/>
            <a:pathLst>
              <a:path h="8359556" w="16284113">
                <a:moveTo>
                  <a:pt x="0" y="0"/>
                </a:moveTo>
                <a:lnTo>
                  <a:pt x="16284113" y="0"/>
                </a:lnTo>
                <a:lnTo>
                  <a:pt x="16284113" y="8359556"/>
                </a:lnTo>
                <a:lnTo>
                  <a:pt x="0" y="8359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86" r="0" b="-4786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3856013" y="6302502"/>
            <a:ext cx="4219055" cy="3415426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585108" y="669830"/>
            <a:ext cx="13380433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FSM do Inimigo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6423" y="1701556"/>
            <a:ext cx="14262856" cy="8255987"/>
          </a:xfrm>
          <a:custGeom>
            <a:avLst/>
            <a:gdLst/>
            <a:ahLst/>
            <a:cxnLst/>
            <a:rect r="r" b="b" t="t" l="l"/>
            <a:pathLst>
              <a:path h="8255987" w="14262856">
                <a:moveTo>
                  <a:pt x="0" y="0"/>
                </a:moveTo>
                <a:lnTo>
                  <a:pt x="14262856" y="0"/>
                </a:lnTo>
                <a:lnTo>
                  <a:pt x="14262856" y="8255987"/>
                </a:lnTo>
                <a:lnTo>
                  <a:pt x="0" y="8255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7" t="-571" r="-1747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3876636" y="6143021"/>
            <a:ext cx="4177811" cy="3814523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585108" y="669830"/>
            <a:ext cx="13380433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FSM do Protagonista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53212" y="0"/>
            <a:ext cx="14255406" cy="10287000"/>
            <a:chOff x="0" y="0"/>
            <a:chExt cx="375451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451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4510">
                  <a:moveTo>
                    <a:pt x="0" y="0"/>
                  </a:moveTo>
                  <a:lnTo>
                    <a:pt x="3754510" y="0"/>
                  </a:lnTo>
                  <a:lnTo>
                    <a:pt x="375451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D4082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5451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47053" y="956284"/>
            <a:ext cx="15875595" cy="121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11226" spc="-97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Próximas atualizações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0280" y="3273046"/>
            <a:ext cx="15425808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Terminar a parte de combate.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0280" y="4964122"/>
            <a:ext cx="17198686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Criar a mecânica pós-morte.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0280" y="6656378"/>
            <a:ext cx="17198686" cy="58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5362" spc="-466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Fazer mundo no passado.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5400000">
            <a:off x="482996" y="2843630"/>
            <a:ext cx="1091407" cy="942136"/>
          </a:xfrm>
          <a:custGeom>
            <a:avLst/>
            <a:gdLst/>
            <a:ahLst/>
            <a:cxnLst/>
            <a:rect r="r" b="b" t="t" l="l"/>
            <a:pathLst>
              <a:path h="942136" w="1091407">
                <a:moveTo>
                  <a:pt x="0" y="0"/>
                </a:moveTo>
                <a:lnTo>
                  <a:pt x="1091408" y="0"/>
                </a:lnTo>
                <a:lnTo>
                  <a:pt x="1091408" y="942136"/>
                </a:lnTo>
                <a:lnTo>
                  <a:pt x="0" y="942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09" t="0" r="-138946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482996" y="4535112"/>
            <a:ext cx="1091407" cy="942136"/>
          </a:xfrm>
          <a:custGeom>
            <a:avLst/>
            <a:gdLst/>
            <a:ahLst/>
            <a:cxnLst/>
            <a:rect r="r" b="b" t="t" l="l"/>
            <a:pathLst>
              <a:path h="942136" w="1091407">
                <a:moveTo>
                  <a:pt x="0" y="0"/>
                </a:moveTo>
                <a:lnTo>
                  <a:pt x="1091408" y="0"/>
                </a:lnTo>
                <a:lnTo>
                  <a:pt x="1091408" y="942136"/>
                </a:lnTo>
                <a:lnTo>
                  <a:pt x="0" y="942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09" t="0" r="-138946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482996" y="6226594"/>
            <a:ext cx="1091407" cy="942136"/>
          </a:xfrm>
          <a:custGeom>
            <a:avLst/>
            <a:gdLst/>
            <a:ahLst/>
            <a:cxnLst/>
            <a:rect r="r" b="b" t="t" l="l"/>
            <a:pathLst>
              <a:path h="942136" w="1091407">
                <a:moveTo>
                  <a:pt x="0" y="0"/>
                </a:moveTo>
                <a:lnTo>
                  <a:pt x="1091408" y="0"/>
                </a:lnTo>
                <a:lnTo>
                  <a:pt x="1091408" y="942136"/>
                </a:lnTo>
                <a:lnTo>
                  <a:pt x="0" y="942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09" t="0" r="-1389461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9267" y="3806115"/>
            <a:ext cx="13859043" cy="147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1"/>
              </a:lnSpc>
            </a:pPr>
            <a:r>
              <a:rPr lang="en-US" sz="1094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Obrigado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13012" y="6488492"/>
            <a:ext cx="3450316" cy="3001775"/>
          </a:xfrm>
          <a:custGeom>
            <a:avLst/>
            <a:gdLst/>
            <a:ahLst/>
            <a:cxnLst/>
            <a:rect r="r" b="b" t="t" l="l"/>
            <a:pathLst>
              <a:path h="3001775" w="3450316">
                <a:moveTo>
                  <a:pt x="0" y="0"/>
                </a:moveTo>
                <a:lnTo>
                  <a:pt x="3450316" y="0"/>
                </a:lnTo>
                <a:lnTo>
                  <a:pt x="3450316" y="3001775"/>
                </a:lnTo>
                <a:lnTo>
                  <a:pt x="0" y="3001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DAG21KXxbXI</dc:identifier>
  <dcterms:modified xsi:type="dcterms:W3CDTF">2011-08-01T06:04:30Z</dcterms:modified>
  <cp:revision>1</cp:revision>
  <dc:title>P2</dc:title>
</cp:coreProperties>
</file>